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notesSlides/notesSlide4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0" r:id="rId4"/>
    <p:sldId id="271" r:id="rId5"/>
    <p:sldId id="298" r:id="rId6"/>
    <p:sldId id="272" r:id="rId7"/>
    <p:sldId id="299" r:id="rId8"/>
    <p:sldId id="311" r:id="rId9"/>
    <p:sldId id="312" r:id="rId10"/>
    <p:sldId id="292" r:id="rId11"/>
    <p:sldId id="273" r:id="rId12"/>
    <p:sldId id="274" r:id="rId13"/>
    <p:sldId id="293" r:id="rId14"/>
    <p:sldId id="309" r:id="rId15"/>
    <p:sldId id="270" r:id="rId16"/>
  </p:sldIdLst>
  <p:sldSz cx="9144000" cy="5143500" type="screen16x9"/>
  <p:notesSz cx="6858000" cy="9144000"/>
  <p:embeddedFontLst>
    <p:embeddedFont>
      <p:font typeface="Albert Sans" panose="020B0604020202020204" charset="0"/>
      <p:regular r:id="rId18"/>
      <p:bold r:id="rId19"/>
      <p:italic r:id="rId20"/>
      <p:boldItalic r:id="rId21"/>
    </p:embeddedFont>
    <p:embeddedFont>
      <p:font typeface="Albert Sans Light" panose="020B0604020202020204" charset="0"/>
      <p:regular r:id="rId22"/>
      <p:bold r:id="rId23"/>
      <p:italic r:id="rId24"/>
      <p:boldItalic r:id="rId25"/>
    </p:embeddedFont>
    <p:embeddedFont>
      <p:font typeface="Arvo" panose="020B0604020202020204" charset="0"/>
      <p:regular r:id="rId26"/>
      <p:bold r:id="rId27"/>
      <p:italic r:id="rId28"/>
      <p:boldItalic r:id="rId29"/>
    </p:embeddedFont>
    <p:embeddedFont>
      <p:font typeface="Bodoni" panose="020B0604020202020204" charset="0"/>
      <p:regular r:id="rId30"/>
      <p:bold r:id="rId31"/>
      <p:italic r:id="rId32"/>
      <p:boldItalic r:id="rId33"/>
    </p:embeddedFont>
    <p:embeddedFont>
      <p:font typeface="Figtree" panose="020B060402020202020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>
          <p15:clr>
            <a:srgbClr val="A4A3A4"/>
          </p15:clr>
        </p15:guide>
        <p15:guide id="2" orient="horz" pos="3053">
          <p15:clr>
            <a:srgbClr val="A4A3A4"/>
          </p15:clr>
        </p15:guide>
        <p15:guide id="3" orient="horz" pos="2871">
          <p15:clr>
            <a:srgbClr val="A4A3A4"/>
          </p15:clr>
        </p15:guide>
        <p15:guide id="4" pos="2880">
          <p15:clr>
            <a:srgbClr val="A4A3A4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62" roundtripDataSignature="AMtx7mjPk+IS0jLwagjN4AyCHgLd6Xc/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8A9D96-9E38-47A4-A1E3-C981CF94E623}" v="1" dt="2024-08-25T12:29:04.812"/>
  </p1510:revLst>
</p1510:revInfo>
</file>

<file path=ppt/tableStyles.xml><?xml version="1.0" encoding="utf-8"?>
<a:tblStyleLst xmlns:a="http://schemas.openxmlformats.org/drawingml/2006/main" def="{07DBD2BF-2914-4A74-AB9D-A14BBEE5D694}">
  <a:tblStyle styleId="{07DBD2BF-2914-4A74-AB9D-A14BBEE5D69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300" y="88"/>
      </p:cViewPr>
      <p:guideLst>
        <p:guide orient="horz"/>
        <p:guide orient="horz" pos="3053"/>
        <p:guide orient="horz" pos="2871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62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67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03T11:42:03.1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475 40 24575,'0'-1'0,"0"1"0,-1-1 0,1 0 0,-1 1 0,1-1 0,0 0 0,-1 1 0,0-1 0,1 1 0,-1-1 0,1 1 0,-1-1 0,0 1 0,1-1 0,-1 1 0,0 0 0,1-1 0,-1 1 0,0 0 0,0 0 0,1-1 0,-1 1 0,0 0 0,0 0 0,1 0 0,-1 0 0,-1 0 0,-27-2 0,24 2 0,-11 1 0,1 0 0,0 2 0,0-1 0,0 2 0,0 0 0,0 1 0,1 0 0,-21 12 0,-46 14 0,75-30 0,1 1 0,-1 0 0,1 0 0,-1 0 0,1 1 0,0 0 0,0 0 0,0 0 0,0 0 0,1 1 0,-1 0 0,1 0 0,0 0 0,0 1 0,0-1 0,1 1 0,0 0 0,0 0 0,0 0 0,0 0 0,1 1 0,0-1 0,0 1 0,-2 10 0,2-11 0,0 0 0,0 0 0,-1-1 0,1 1 0,-1 0 0,0-1 0,-1 0 0,1 1 0,-1-1 0,1-1 0,-6 5 0,5-5 0,0 1 0,1-1 0,-1 1 0,1 0 0,0 0 0,0 1 0,0-1 0,0 1 0,1-1 0,-1 1 0,1 0 0,-1 7 0,1-5 0,2 1 0,-1 0 0,1-1 0,0 1 0,1 0 0,0 0 0,0-1 0,0 1 0,1-1 0,0 1 0,1-1 0,0 0 0,0 0 0,0 0 0,1 0 0,0-1 0,8 11 0,-8-14 0,0 0 0,-1-1 0,1 1 0,0-1 0,0 0 0,0-1 0,1 1 0,-1-1 0,0 1 0,1-1 0,-1 0 0,1-1 0,4 1 0,13 0 0,31-3 0,-27 1 0,29 0 0,-25 2 0,0-1 0,0-2 0,-1-2 0,52-11 0,-7-5 0,31-10 0,-103 29 0,3 0 0,-1 0 0,0 0 0,0-1 0,0 0 0,0 0 0,0 0 0,-1 0 0,1 0 0,-1-1 0,1 0 0,-1 0 0,0 0 0,0 0 0,0 0 0,0 0 0,2-5 0,41-77 0,-37 67 0,-3 5 0,2-2 0,11-33 0,-17 44 0,-1-1 0,0 0 0,0 1 0,0-1 0,-1 0 0,0 0 0,0 0 0,0 1 0,0-1 0,-1 0 0,-2-8 0,2 10 0,-1 0 0,1 0 0,-1 0 0,0 0 0,0 0 0,0 1 0,0-1 0,-1 1 0,1 0 0,-1 0 0,-4-4 0,-37-20 0,33 20 0,-3-3 0,-1 1 0,-1 0 0,0 1 0,0 1 0,0 0 0,-1 1 0,0 1 0,0 1 0,0 0 0,-32 0 0,32 3-60,10-1-201,0 1 0,0 1 0,0-1 0,-9 3 0,7 0-6565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cale.flexiple.com/illustrations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pixabay.com/photos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2f105e33cad_0_8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6" name="Google Shape;196;g2f105e33cad_0_89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Cover Dark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Gambar vector bisa didownload di: </a:t>
            </a:r>
            <a:r>
              <a:rPr lang="es" u="sng">
                <a:solidFill>
                  <a:schemeClr val="hlink"/>
                </a:solidFill>
                <a:hlinkClick r:id="rId3"/>
              </a:rPr>
              <a:t>https://scale.flexiple.com/illustrations/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/>
              <a:t>Jika ingin foto free royalty bisa download di: </a:t>
            </a:r>
            <a:r>
              <a:rPr lang="es" u="sng">
                <a:solidFill>
                  <a:schemeClr val="hlink"/>
                </a:solidFill>
                <a:hlinkClick r:id="rId4"/>
              </a:rPr>
              <a:t>https://pixabay.com/photos/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2f105e33cad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2f105e33cad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f105e33cad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f105e33cad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26982851867_4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9" name="Google Shape;349;g26982851867_4_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>
  <p:cSld name="TITLE_1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26982851867_2_127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5200">
                <a:latin typeface="Figtree"/>
                <a:ea typeface="Figtree"/>
                <a:cs typeface="Figtree"/>
                <a:sym typeface="Figtre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5200">
                <a:latin typeface="Figtree"/>
                <a:ea typeface="Figtree"/>
                <a:cs typeface="Figtree"/>
                <a:sym typeface="Figtre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5200">
                <a:latin typeface="Figtree"/>
                <a:ea typeface="Figtree"/>
                <a:cs typeface="Figtree"/>
                <a:sym typeface="Figtre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5200">
                <a:latin typeface="Figtree"/>
                <a:ea typeface="Figtree"/>
                <a:cs typeface="Figtree"/>
                <a:sym typeface="Figtre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5200">
                <a:latin typeface="Figtree"/>
                <a:ea typeface="Figtree"/>
                <a:cs typeface="Figtree"/>
                <a:sym typeface="Figtre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5200">
                <a:latin typeface="Figtree"/>
                <a:ea typeface="Figtree"/>
                <a:cs typeface="Figtree"/>
                <a:sym typeface="Figtre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5200">
                <a:latin typeface="Figtree"/>
                <a:ea typeface="Figtree"/>
                <a:cs typeface="Figtree"/>
                <a:sym typeface="Figtre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5200">
                <a:latin typeface="Figtree"/>
                <a:ea typeface="Figtree"/>
                <a:cs typeface="Figtree"/>
                <a:sym typeface="Figtre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Font typeface="Figtree"/>
              <a:buNone/>
              <a:defRPr sz="5200"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11" name="Google Shape;11;g26982851867_2_127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2800">
                <a:latin typeface="Albert Sans Light"/>
                <a:ea typeface="Albert Sans Light"/>
                <a:cs typeface="Albert Sans Light"/>
                <a:sym typeface="Albert Sans Ligh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2800">
                <a:latin typeface="Albert Sans Light"/>
                <a:ea typeface="Albert Sans Light"/>
                <a:cs typeface="Albert Sans Light"/>
                <a:sym typeface="Albert Sans Light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2800">
                <a:latin typeface="Albert Sans Light"/>
                <a:ea typeface="Albert Sans Light"/>
                <a:cs typeface="Albert Sans Light"/>
                <a:sym typeface="Albert Sans Light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2800">
                <a:latin typeface="Albert Sans Light"/>
                <a:ea typeface="Albert Sans Light"/>
                <a:cs typeface="Albert Sans Light"/>
                <a:sym typeface="Albert Sans Light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2800">
                <a:latin typeface="Albert Sans Light"/>
                <a:ea typeface="Albert Sans Light"/>
                <a:cs typeface="Albert Sans Light"/>
                <a:sym typeface="Albert Sans Light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2800">
                <a:latin typeface="Albert Sans Light"/>
                <a:ea typeface="Albert Sans Light"/>
                <a:cs typeface="Albert Sans Light"/>
                <a:sym typeface="Albert Sans Light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2800">
                <a:latin typeface="Albert Sans Light"/>
                <a:ea typeface="Albert Sans Light"/>
                <a:cs typeface="Albert Sans Light"/>
                <a:sym typeface="Albert Sans Light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2800">
                <a:latin typeface="Albert Sans Light"/>
                <a:ea typeface="Albert Sans Light"/>
                <a:cs typeface="Albert Sans Light"/>
                <a:sym typeface="Albert Sans Light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Albert Sans Light"/>
              <a:buNone/>
              <a:defRPr sz="2800">
                <a:latin typeface="Albert Sans Light"/>
                <a:ea typeface="Albert Sans Light"/>
                <a:cs typeface="Albert Sans Light"/>
                <a:sym typeface="Albert Sans Light"/>
              </a:defRPr>
            </a:lvl9pPr>
          </a:lstStyle>
          <a:p>
            <a:endParaRPr/>
          </a:p>
        </p:txBody>
      </p:sp>
      <p:sp>
        <p:nvSpPr>
          <p:cNvPr id="12" name="Google Shape;12;g26982851867_2_1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with frame  1">
  <p:cSld name="BLANK_1_1_1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50"/>
          <p:cNvSpPr/>
          <p:nvPr/>
        </p:nvSpPr>
        <p:spPr>
          <a:xfrm>
            <a:off x="406950" y="416250"/>
            <a:ext cx="8330100" cy="431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50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16" name="Google Shape;16;p50"/>
          <p:cNvSpPr txBox="1">
            <a:spLocks noGrp="1"/>
          </p:cNvSpPr>
          <p:nvPr>
            <p:ph type="title"/>
          </p:nvPr>
        </p:nvSpPr>
        <p:spPr>
          <a:xfrm>
            <a:off x="783525" y="697700"/>
            <a:ext cx="7618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3170"/>
              </a:buClr>
              <a:buSzPts val="2400"/>
              <a:buFont typeface="Figtree"/>
              <a:buNone/>
              <a:defRPr>
                <a:solidFill>
                  <a:srgbClr val="043170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text &amp; some text slide">
  <p:cSld name="BIG_NUMBER">
    <p:bg>
      <p:bgPr>
        <a:solidFill>
          <a:schemeClr val="lt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2"/>
          <p:cNvSpPr/>
          <p:nvPr/>
        </p:nvSpPr>
        <p:spPr>
          <a:xfrm>
            <a:off x="406950" y="352200"/>
            <a:ext cx="8330100" cy="4311000"/>
          </a:xfrm>
          <a:prstGeom prst="rect">
            <a:avLst/>
          </a:prstGeom>
          <a:solidFill>
            <a:srgbClr val="9900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52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0" name="Google Shape;20;p52"/>
          <p:cNvSpPr txBox="1">
            <a:spLocks noGrp="1"/>
          </p:cNvSpPr>
          <p:nvPr>
            <p:ph type="subTitle" idx="1"/>
          </p:nvPr>
        </p:nvSpPr>
        <p:spPr>
          <a:xfrm>
            <a:off x="2433300" y="3015325"/>
            <a:ext cx="42774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p52"/>
          <p:cNvSpPr txBox="1">
            <a:spLocks noGrp="1"/>
          </p:cNvSpPr>
          <p:nvPr>
            <p:ph type="title"/>
          </p:nvPr>
        </p:nvSpPr>
        <p:spPr>
          <a:xfrm>
            <a:off x="0" y="2466400"/>
            <a:ext cx="91440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pic>
        <p:nvPicPr>
          <p:cNvPr id="22" name="Google Shape;22;p52"/>
          <p:cNvPicPr preferRelativeResize="0"/>
          <p:nvPr/>
        </p:nvPicPr>
        <p:blipFill rotWithShape="1">
          <a:blip r:embed="rId2">
            <a:alphaModFix/>
          </a:blip>
          <a:srcRect l="4454" t="6847" r="4445" b="9337"/>
          <a:stretch/>
        </p:blipFill>
        <p:spPr>
          <a:xfrm>
            <a:off x="406950" y="352200"/>
            <a:ext cx="8330102" cy="4311000"/>
          </a:xfrm>
          <a:prstGeom prst="rect">
            <a:avLst/>
          </a:prstGeom>
          <a:solidFill>
            <a:srgbClr val="9900FF"/>
          </a:solidFill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slide">
  <p:cSld name="CUSTOM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7"/>
          <p:cNvSpPr/>
          <p:nvPr/>
        </p:nvSpPr>
        <p:spPr>
          <a:xfrm>
            <a:off x="1395500" y="892500"/>
            <a:ext cx="6189000" cy="27318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7"/>
          <p:cNvSpPr txBox="1">
            <a:spLocks noGrp="1"/>
          </p:cNvSpPr>
          <p:nvPr>
            <p:ph type="subTitle" idx="1"/>
          </p:nvPr>
        </p:nvSpPr>
        <p:spPr>
          <a:xfrm>
            <a:off x="1894475" y="1126950"/>
            <a:ext cx="5397600" cy="21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"/>
              <a:buNone/>
              <a:defRPr sz="3000"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Figtree"/>
              <a:buNone/>
              <a:defRPr b="1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32" name="Google Shape;32;p47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33" name="Google Shape;33;p47"/>
          <p:cNvSpPr txBox="1">
            <a:spLocks noGrp="1"/>
          </p:cNvSpPr>
          <p:nvPr>
            <p:ph type="subTitle" idx="2"/>
          </p:nvPr>
        </p:nvSpPr>
        <p:spPr>
          <a:xfrm>
            <a:off x="1894475" y="2977400"/>
            <a:ext cx="2920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yan with title and text  1">
  <p:cSld name="CUSTOM_2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8"/>
          <p:cNvSpPr/>
          <p:nvPr/>
        </p:nvSpPr>
        <p:spPr>
          <a:xfrm>
            <a:off x="0" y="1027350"/>
            <a:ext cx="9144000" cy="30888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8"/>
          <p:cNvSpPr txBox="1">
            <a:spLocks noGrp="1"/>
          </p:cNvSpPr>
          <p:nvPr>
            <p:ph type="title"/>
          </p:nvPr>
        </p:nvSpPr>
        <p:spPr>
          <a:xfrm>
            <a:off x="1630100" y="1725450"/>
            <a:ext cx="30555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48"/>
          <p:cNvSpPr txBox="1">
            <a:spLocks noGrp="1"/>
          </p:cNvSpPr>
          <p:nvPr>
            <p:ph type="subTitle" idx="1"/>
          </p:nvPr>
        </p:nvSpPr>
        <p:spPr>
          <a:xfrm>
            <a:off x="1915400" y="2839950"/>
            <a:ext cx="27702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None/>
              <a:defRPr>
                <a:solidFill>
                  <a:schemeClr val="lt1"/>
                </a:solidFill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>
                <a:solidFill>
                  <a:schemeClr val="lt1"/>
                </a:solidFill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>
                <a:solidFill>
                  <a:schemeClr val="lt1"/>
                </a:solidFill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48"/>
          <p:cNvSpPr txBox="1">
            <a:spLocks noGrp="1"/>
          </p:cNvSpPr>
          <p:nvPr>
            <p:ph type="sldNum" idx="12"/>
          </p:nvPr>
        </p:nvSpPr>
        <p:spPr>
          <a:xfrm>
            <a:off x="8364708" y="42690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yan with title and text">
  <p:cSld name="CUSTOM_7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1"/>
          <p:cNvSpPr/>
          <p:nvPr/>
        </p:nvSpPr>
        <p:spPr>
          <a:xfrm>
            <a:off x="-73650" y="-11150"/>
            <a:ext cx="9228900" cy="52188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51"/>
          <p:cNvSpPr/>
          <p:nvPr/>
        </p:nvSpPr>
        <p:spPr>
          <a:xfrm>
            <a:off x="1430400" y="653850"/>
            <a:ext cx="6283200" cy="3835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51"/>
          <p:cNvSpPr/>
          <p:nvPr/>
        </p:nvSpPr>
        <p:spPr>
          <a:xfrm>
            <a:off x="1430400" y="1371450"/>
            <a:ext cx="1147200" cy="3990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" name="Google Shape;43;p51"/>
          <p:cNvSpPr txBox="1">
            <a:spLocks noGrp="1"/>
          </p:cNvSpPr>
          <p:nvPr>
            <p:ph type="title"/>
          </p:nvPr>
        </p:nvSpPr>
        <p:spPr>
          <a:xfrm>
            <a:off x="2675900" y="1220035"/>
            <a:ext cx="39261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51"/>
          <p:cNvSpPr txBox="1">
            <a:spLocks noGrp="1"/>
          </p:cNvSpPr>
          <p:nvPr>
            <p:ph type="subTitle" idx="1"/>
          </p:nvPr>
        </p:nvSpPr>
        <p:spPr>
          <a:xfrm>
            <a:off x="2675901" y="2547750"/>
            <a:ext cx="3136200" cy="19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Content" type="secHead">
  <p:cSld name="SECTION_HEADER">
    <p:bg>
      <p:bgPr>
        <a:solidFill>
          <a:schemeClr val="lt1"/>
        </a:solidFill>
        <a:effectLst/>
      </p:bgPr>
    </p:bg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42"/>
          <p:cNvSpPr txBox="1">
            <a:spLocks noGrp="1"/>
          </p:cNvSpPr>
          <p:nvPr>
            <p:ph type="title"/>
          </p:nvPr>
        </p:nvSpPr>
        <p:spPr>
          <a:xfrm>
            <a:off x="4698275" y="189950"/>
            <a:ext cx="53112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42"/>
          <p:cNvSpPr txBox="1">
            <a:spLocks noGrp="1"/>
          </p:cNvSpPr>
          <p:nvPr>
            <p:ph type="subTitle" idx="1"/>
          </p:nvPr>
        </p:nvSpPr>
        <p:spPr>
          <a:xfrm>
            <a:off x="4696224" y="1709442"/>
            <a:ext cx="33672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>
            <a:endParaRPr/>
          </a:p>
        </p:txBody>
      </p:sp>
      <p:sp>
        <p:nvSpPr>
          <p:cNvPr id="48" name="Google Shape;48;p42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49" name="Google Shape;49;p42"/>
          <p:cNvSpPr/>
          <p:nvPr/>
        </p:nvSpPr>
        <p:spPr>
          <a:xfrm>
            <a:off x="4572000" y="429350"/>
            <a:ext cx="2772000" cy="6357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42"/>
          <p:cNvSpPr txBox="1">
            <a:spLocks noGrp="1"/>
          </p:cNvSpPr>
          <p:nvPr>
            <p:ph type="title" idx="2"/>
          </p:nvPr>
        </p:nvSpPr>
        <p:spPr>
          <a:xfrm>
            <a:off x="4696225" y="1198788"/>
            <a:ext cx="5311200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42"/>
          <p:cNvSpPr txBox="1">
            <a:spLocks noGrp="1"/>
          </p:cNvSpPr>
          <p:nvPr>
            <p:ph type="subTitle" idx="3"/>
          </p:nvPr>
        </p:nvSpPr>
        <p:spPr>
          <a:xfrm>
            <a:off x="4696224" y="2836672"/>
            <a:ext cx="33672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>
            <a:endParaRPr/>
          </a:p>
        </p:txBody>
      </p:sp>
      <p:sp>
        <p:nvSpPr>
          <p:cNvPr id="52" name="Google Shape;52;p42"/>
          <p:cNvSpPr txBox="1">
            <a:spLocks noGrp="1"/>
          </p:cNvSpPr>
          <p:nvPr>
            <p:ph type="title" idx="4"/>
          </p:nvPr>
        </p:nvSpPr>
        <p:spPr>
          <a:xfrm>
            <a:off x="4696225" y="2326013"/>
            <a:ext cx="5311200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3" name="Google Shape;53;p42"/>
          <p:cNvSpPr txBox="1">
            <a:spLocks noGrp="1"/>
          </p:cNvSpPr>
          <p:nvPr>
            <p:ph type="subTitle" idx="5"/>
          </p:nvPr>
        </p:nvSpPr>
        <p:spPr>
          <a:xfrm>
            <a:off x="4696224" y="3967490"/>
            <a:ext cx="33672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200"/>
            </a:lvl9pPr>
          </a:lstStyle>
          <a:p>
            <a:endParaRPr/>
          </a:p>
        </p:txBody>
      </p:sp>
      <p:sp>
        <p:nvSpPr>
          <p:cNvPr id="54" name="Google Shape;54;p42"/>
          <p:cNvSpPr txBox="1">
            <a:spLocks noGrp="1"/>
          </p:cNvSpPr>
          <p:nvPr>
            <p:ph type="title" idx="6"/>
          </p:nvPr>
        </p:nvSpPr>
        <p:spPr>
          <a:xfrm>
            <a:off x="4696225" y="3453254"/>
            <a:ext cx="5311200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5" name="Google Shape;55;p42"/>
          <p:cNvSpPr/>
          <p:nvPr/>
        </p:nvSpPr>
        <p:spPr>
          <a:xfrm>
            <a:off x="0" y="0"/>
            <a:ext cx="2855700" cy="51435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42"/>
          <p:cNvSpPr/>
          <p:nvPr/>
        </p:nvSpPr>
        <p:spPr>
          <a:xfrm>
            <a:off x="3582225" y="1426175"/>
            <a:ext cx="838800" cy="8199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42"/>
          <p:cNvSpPr/>
          <p:nvPr/>
        </p:nvSpPr>
        <p:spPr>
          <a:xfrm>
            <a:off x="3582225" y="2553400"/>
            <a:ext cx="838800" cy="8199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42"/>
          <p:cNvSpPr/>
          <p:nvPr/>
        </p:nvSpPr>
        <p:spPr>
          <a:xfrm>
            <a:off x="3582225" y="3680625"/>
            <a:ext cx="838800" cy="8199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2"/>
          <p:cNvSpPr txBox="1">
            <a:spLocks noGrp="1"/>
          </p:cNvSpPr>
          <p:nvPr>
            <p:ph type="title" idx="7"/>
          </p:nvPr>
        </p:nvSpPr>
        <p:spPr>
          <a:xfrm>
            <a:off x="3372225" y="1518275"/>
            <a:ext cx="12588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0" name="Google Shape;60;p42"/>
          <p:cNvSpPr txBox="1">
            <a:spLocks noGrp="1"/>
          </p:cNvSpPr>
          <p:nvPr>
            <p:ph type="title" idx="8"/>
          </p:nvPr>
        </p:nvSpPr>
        <p:spPr>
          <a:xfrm>
            <a:off x="3372225" y="2645500"/>
            <a:ext cx="12588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61" name="Google Shape;61;p42"/>
          <p:cNvSpPr txBox="1">
            <a:spLocks noGrp="1"/>
          </p:cNvSpPr>
          <p:nvPr>
            <p:ph type="title" idx="9"/>
          </p:nvPr>
        </p:nvSpPr>
        <p:spPr>
          <a:xfrm>
            <a:off x="3372225" y="3772725"/>
            <a:ext cx="1258800" cy="63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SECTION_HEADER_1">
    <p:bg>
      <p:bgPr>
        <a:solidFill>
          <a:schemeClr val="lt1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46"/>
          <p:cNvSpPr txBox="1">
            <a:spLocks noGrp="1"/>
          </p:cNvSpPr>
          <p:nvPr>
            <p:ph type="title"/>
          </p:nvPr>
        </p:nvSpPr>
        <p:spPr>
          <a:xfrm>
            <a:off x="570047" y="993900"/>
            <a:ext cx="30555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46"/>
          <p:cNvSpPr txBox="1">
            <a:spLocks noGrp="1"/>
          </p:cNvSpPr>
          <p:nvPr>
            <p:ph type="subTitle" idx="1"/>
          </p:nvPr>
        </p:nvSpPr>
        <p:spPr>
          <a:xfrm>
            <a:off x="614775" y="2564775"/>
            <a:ext cx="2920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46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66" name="Google Shape;66;p46"/>
          <p:cNvCxnSpPr/>
          <p:nvPr/>
        </p:nvCxnSpPr>
        <p:spPr>
          <a:xfrm>
            <a:off x="678525" y="2060575"/>
            <a:ext cx="6762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with frame ">
  <p:cSld name="BLANK_1_1_1">
    <p:bg>
      <p:bgPr>
        <a:solidFill>
          <a:srgbClr val="043170"/>
        </a:solidFill>
        <a:effectLst/>
      </p:bgPr>
    </p:bg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9"/>
          <p:cNvSpPr/>
          <p:nvPr/>
        </p:nvSpPr>
        <p:spPr>
          <a:xfrm>
            <a:off x="406950" y="416250"/>
            <a:ext cx="8330100" cy="4311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49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FFFFFF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>
              <a:solidFill>
                <a:schemeClr val="lt1"/>
              </a:solidFill>
            </a:endParaRPr>
          </a:p>
        </p:txBody>
      </p:sp>
      <p:sp>
        <p:nvSpPr>
          <p:cNvPr id="79" name="Google Shape;79;p49"/>
          <p:cNvSpPr txBox="1">
            <a:spLocks noGrp="1"/>
          </p:cNvSpPr>
          <p:nvPr>
            <p:ph type="title"/>
          </p:nvPr>
        </p:nvSpPr>
        <p:spPr>
          <a:xfrm>
            <a:off x="783525" y="1738050"/>
            <a:ext cx="2545800" cy="16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cxnSp>
        <p:nvCxnSpPr>
          <p:cNvPr id="80" name="Google Shape;80;p49"/>
          <p:cNvCxnSpPr/>
          <p:nvPr/>
        </p:nvCxnSpPr>
        <p:spPr>
          <a:xfrm>
            <a:off x="918900" y="3511600"/>
            <a:ext cx="6762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Content 1 1">
  <p:cSld name="SECTION_HEADER_2_1">
    <p:bg>
      <p:bgPr>
        <a:solidFill>
          <a:schemeClr val="lt1"/>
        </a:solid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4"/>
          <p:cNvSpPr txBox="1">
            <a:spLocks noGrp="1"/>
          </p:cNvSpPr>
          <p:nvPr>
            <p:ph type="title"/>
          </p:nvPr>
        </p:nvSpPr>
        <p:spPr>
          <a:xfrm>
            <a:off x="956273" y="3469550"/>
            <a:ext cx="34830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54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84" name="Google Shape;84;p54"/>
          <p:cNvCxnSpPr/>
          <p:nvPr/>
        </p:nvCxnSpPr>
        <p:spPr>
          <a:xfrm>
            <a:off x="1068750" y="4619750"/>
            <a:ext cx="6762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design 1">
  <p:cSld name="TITLE_AND_BODY_2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55"/>
          <p:cNvSpPr/>
          <p:nvPr/>
        </p:nvSpPr>
        <p:spPr>
          <a:xfrm>
            <a:off x="406950" y="352200"/>
            <a:ext cx="8330100" cy="4311000"/>
          </a:xfrm>
          <a:prstGeom prst="rect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55"/>
          <p:cNvSpPr txBox="1">
            <a:spLocks noGrp="1"/>
          </p:cNvSpPr>
          <p:nvPr>
            <p:ph type="title"/>
          </p:nvPr>
        </p:nvSpPr>
        <p:spPr>
          <a:xfrm>
            <a:off x="0" y="216225"/>
            <a:ext cx="9144000" cy="9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odoni"/>
              <a:buNone/>
              <a:defRPr b="1">
                <a:latin typeface="Bodoni"/>
                <a:ea typeface="Bodoni"/>
                <a:cs typeface="Bodoni"/>
                <a:sym typeface="Bodoni"/>
              </a:defRPr>
            </a:lvl9pPr>
          </a:lstStyle>
          <a:p>
            <a:endParaRPr/>
          </a:p>
        </p:txBody>
      </p:sp>
      <p:sp>
        <p:nvSpPr>
          <p:cNvPr id="88" name="Google Shape;88;p55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89" name="Google Shape;89;p55"/>
          <p:cNvCxnSpPr/>
          <p:nvPr/>
        </p:nvCxnSpPr>
        <p:spPr>
          <a:xfrm>
            <a:off x="4233900" y="1223600"/>
            <a:ext cx="6762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_AND_BODY_1">
    <p:bg>
      <p:bgPr>
        <a:solidFill>
          <a:schemeClr val="lt1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56"/>
          <p:cNvSpPr txBox="1">
            <a:spLocks noGrp="1"/>
          </p:cNvSpPr>
          <p:nvPr>
            <p:ph type="title"/>
          </p:nvPr>
        </p:nvSpPr>
        <p:spPr>
          <a:xfrm>
            <a:off x="4598900" y="773100"/>
            <a:ext cx="3888000" cy="12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56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3" name="Google Shape;93;p56"/>
          <p:cNvSpPr/>
          <p:nvPr/>
        </p:nvSpPr>
        <p:spPr>
          <a:xfrm>
            <a:off x="0" y="0"/>
            <a:ext cx="4259700" cy="5143500"/>
          </a:xfrm>
          <a:prstGeom prst="snip2DiagRect">
            <a:avLst>
              <a:gd name="adj1" fmla="val 0"/>
              <a:gd name="adj2" fmla="val 50000"/>
            </a:avLst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56"/>
          <p:cNvSpPr txBox="1">
            <a:spLocks noGrp="1"/>
          </p:cNvSpPr>
          <p:nvPr>
            <p:ph type="subTitle" idx="1"/>
          </p:nvPr>
        </p:nvSpPr>
        <p:spPr>
          <a:xfrm>
            <a:off x="4675100" y="2968204"/>
            <a:ext cx="29208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cxnSp>
        <p:nvCxnSpPr>
          <p:cNvPr id="95" name="Google Shape;95;p56"/>
          <p:cNvCxnSpPr/>
          <p:nvPr/>
        </p:nvCxnSpPr>
        <p:spPr>
          <a:xfrm>
            <a:off x="4778200" y="2780625"/>
            <a:ext cx="6762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2 columns slide 1">
  <p:cSld name="TITLE_AND_TWO_COLUMNS_2">
    <p:bg>
      <p:bgPr>
        <a:solidFill>
          <a:schemeClr val="lt1"/>
        </a:solid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57"/>
          <p:cNvSpPr/>
          <p:nvPr/>
        </p:nvSpPr>
        <p:spPr>
          <a:xfrm>
            <a:off x="406950" y="352200"/>
            <a:ext cx="8330100" cy="4311000"/>
          </a:xfrm>
          <a:prstGeom prst="rect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8" name="Google Shape;98;p57"/>
          <p:cNvCxnSpPr/>
          <p:nvPr/>
        </p:nvCxnSpPr>
        <p:spPr>
          <a:xfrm>
            <a:off x="4550550" y="1941425"/>
            <a:ext cx="0" cy="192750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9" name="Google Shape;99;p57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0" name="Google Shape;100;p57"/>
          <p:cNvSpPr txBox="1">
            <a:spLocks noGrp="1"/>
          </p:cNvSpPr>
          <p:nvPr>
            <p:ph type="ctrTitle"/>
          </p:nvPr>
        </p:nvSpPr>
        <p:spPr>
          <a:xfrm>
            <a:off x="1113228" y="2151075"/>
            <a:ext cx="3169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57"/>
          <p:cNvSpPr txBox="1">
            <a:spLocks noGrp="1"/>
          </p:cNvSpPr>
          <p:nvPr>
            <p:ph type="subTitle" idx="1"/>
          </p:nvPr>
        </p:nvSpPr>
        <p:spPr>
          <a:xfrm>
            <a:off x="1147278" y="2756525"/>
            <a:ext cx="3101400" cy="11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2" name="Google Shape;102;p57"/>
          <p:cNvSpPr txBox="1">
            <a:spLocks noGrp="1"/>
          </p:cNvSpPr>
          <p:nvPr>
            <p:ph type="ctrTitle" idx="2"/>
          </p:nvPr>
        </p:nvSpPr>
        <p:spPr>
          <a:xfrm>
            <a:off x="4818378" y="2151075"/>
            <a:ext cx="3169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03" name="Google Shape;103;p57"/>
          <p:cNvSpPr txBox="1">
            <a:spLocks noGrp="1"/>
          </p:cNvSpPr>
          <p:nvPr>
            <p:ph type="subTitle" idx="3"/>
          </p:nvPr>
        </p:nvSpPr>
        <p:spPr>
          <a:xfrm>
            <a:off x="4852428" y="2756525"/>
            <a:ext cx="3101400" cy="11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04" name="Google Shape;104;p57"/>
          <p:cNvSpPr txBox="1">
            <a:spLocks noGrp="1"/>
          </p:cNvSpPr>
          <p:nvPr>
            <p:ph type="title" idx="4"/>
          </p:nvPr>
        </p:nvSpPr>
        <p:spPr>
          <a:xfrm>
            <a:off x="-11850" y="927075"/>
            <a:ext cx="91440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3 columns slide">
  <p:cSld name="TITLE_AND_TWO_COLUMNS_1">
    <p:bg>
      <p:bgPr>
        <a:solidFill>
          <a:schemeClr val="lt1"/>
        </a:solidFill>
        <a:effectLst/>
      </p:bgPr>
    </p:bg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8"/>
          <p:cNvSpPr/>
          <p:nvPr/>
        </p:nvSpPr>
        <p:spPr>
          <a:xfrm>
            <a:off x="406950" y="352200"/>
            <a:ext cx="8330100" cy="4311000"/>
          </a:xfrm>
          <a:prstGeom prst="rect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58"/>
          <p:cNvSpPr txBox="1">
            <a:spLocks noGrp="1"/>
          </p:cNvSpPr>
          <p:nvPr>
            <p:ph type="title"/>
          </p:nvPr>
        </p:nvSpPr>
        <p:spPr>
          <a:xfrm>
            <a:off x="-11850" y="927075"/>
            <a:ext cx="91440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58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09" name="Google Shape;109;p58"/>
          <p:cNvSpPr txBox="1">
            <a:spLocks noGrp="1"/>
          </p:cNvSpPr>
          <p:nvPr>
            <p:ph type="ctrTitle" idx="2"/>
          </p:nvPr>
        </p:nvSpPr>
        <p:spPr>
          <a:xfrm>
            <a:off x="1105351" y="2062425"/>
            <a:ext cx="2113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0" name="Google Shape;110;p58"/>
          <p:cNvSpPr txBox="1">
            <a:spLocks noGrp="1"/>
          </p:cNvSpPr>
          <p:nvPr>
            <p:ph type="subTitle" idx="1"/>
          </p:nvPr>
        </p:nvSpPr>
        <p:spPr>
          <a:xfrm>
            <a:off x="1105354" y="2667875"/>
            <a:ext cx="2113500" cy="11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11" name="Google Shape;111;p58"/>
          <p:cNvSpPr txBox="1">
            <a:spLocks noGrp="1"/>
          </p:cNvSpPr>
          <p:nvPr>
            <p:ph type="ctrTitle" idx="3"/>
          </p:nvPr>
        </p:nvSpPr>
        <p:spPr>
          <a:xfrm>
            <a:off x="3515251" y="2062425"/>
            <a:ext cx="2113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2" name="Google Shape;112;p58"/>
          <p:cNvSpPr txBox="1">
            <a:spLocks noGrp="1"/>
          </p:cNvSpPr>
          <p:nvPr>
            <p:ph type="subTitle" idx="4"/>
          </p:nvPr>
        </p:nvSpPr>
        <p:spPr>
          <a:xfrm>
            <a:off x="3515254" y="2667875"/>
            <a:ext cx="2113500" cy="11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13" name="Google Shape;113;p58"/>
          <p:cNvSpPr txBox="1">
            <a:spLocks noGrp="1"/>
          </p:cNvSpPr>
          <p:nvPr>
            <p:ph type="ctrTitle" idx="5"/>
          </p:nvPr>
        </p:nvSpPr>
        <p:spPr>
          <a:xfrm>
            <a:off x="5925151" y="2062425"/>
            <a:ext cx="2113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14" name="Google Shape;114;p58"/>
          <p:cNvSpPr txBox="1">
            <a:spLocks noGrp="1"/>
          </p:cNvSpPr>
          <p:nvPr>
            <p:ph type="subTitle" idx="6"/>
          </p:nvPr>
        </p:nvSpPr>
        <p:spPr>
          <a:xfrm>
            <a:off x="5925154" y="2667875"/>
            <a:ext cx="2113500" cy="11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cxnSp>
        <p:nvCxnSpPr>
          <p:cNvPr id="115" name="Google Shape;115;p58"/>
          <p:cNvCxnSpPr/>
          <p:nvPr/>
        </p:nvCxnSpPr>
        <p:spPr>
          <a:xfrm>
            <a:off x="3406450" y="1926825"/>
            <a:ext cx="0" cy="194130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6" name="Google Shape;116;p58"/>
          <p:cNvCxnSpPr/>
          <p:nvPr/>
        </p:nvCxnSpPr>
        <p:spPr>
          <a:xfrm>
            <a:off x="5737375" y="1926825"/>
            <a:ext cx="0" cy="194130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&amp; 6 columns slide">
  <p:cSld name="TITLE_AND_TWO_COLUMNS_1_1">
    <p:bg>
      <p:bgPr>
        <a:solidFill>
          <a:schemeClr val="lt1"/>
        </a:solidFill>
        <a:effectLst/>
      </p:bgPr>
    </p:bg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59"/>
          <p:cNvSpPr/>
          <p:nvPr/>
        </p:nvSpPr>
        <p:spPr>
          <a:xfrm>
            <a:off x="406950" y="352200"/>
            <a:ext cx="8330100" cy="4311000"/>
          </a:xfrm>
          <a:prstGeom prst="rect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59"/>
          <p:cNvSpPr txBox="1">
            <a:spLocks noGrp="1"/>
          </p:cNvSpPr>
          <p:nvPr>
            <p:ph type="ctrTitle"/>
          </p:nvPr>
        </p:nvSpPr>
        <p:spPr>
          <a:xfrm>
            <a:off x="1105351" y="2765600"/>
            <a:ext cx="2113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0" name="Google Shape;120;p59"/>
          <p:cNvSpPr txBox="1">
            <a:spLocks noGrp="1"/>
          </p:cNvSpPr>
          <p:nvPr>
            <p:ph type="subTitle" idx="1"/>
          </p:nvPr>
        </p:nvSpPr>
        <p:spPr>
          <a:xfrm>
            <a:off x="980600" y="3371050"/>
            <a:ext cx="23631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21" name="Google Shape;121;p59"/>
          <p:cNvSpPr txBox="1">
            <a:spLocks noGrp="1"/>
          </p:cNvSpPr>
          <p:nvPr>
            <p:ph type="ctrTitle" idx="2"/>
          </p:nvPr>
        </p:nvSpPr>
        <p:spPr>
          <a:xfrm>
            <a:off x="3484651" y="2765600"/>
            <a:ext cx="2113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2" name="Google Shape;122;p59"/>
          <p:cNvSpPr txBox="1">
            <a:spLocks noGrp="1"/>
          </p:cNvSpPr>
          <p:nvPr>
            <p:ph type="subTitle" idx="3"/>
          </p:nvPr>
        </p:nvSpPr>
        <p:spPr>
          <a:xfrm>
            <a:off x="3419975" y="3371050"/>
            <a:ext cx="22428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23" name="Google Shape;123;p59"/>
          <p:cNvSpPr txBox="1">
            <a:spLocks noGrp="1"/>
          </p:cNvSpPr>
          <p:nvPr>
            <p:ph type="ctrTitle" idx="4"/>
          </p:nvPr>
        </p:nvSpPr>
        <p:spPr>
          <a:xfrm>
            <a:off x="5880251" y="2765600"/>
            <a:ext cx="2113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4" name="Google Shape;124;p59"/>
          <p:cNvSpPr txBox="1">
            <a:spLocks noGrp="1"/>
          </p:cNvSpPr>
          <p:nvPr>
            <p:ph type="subTitle" idx="5"/>
          </p:nvPr>
        </p:nvSpPr>
        <p:spPr>
          <a:xfrm>
            <a:off x="5880250" y="3371050"/>
            <a:ext cx="2113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25" name="Google Shape;125;p59"/>
          <p:cNvSpPr txBox="1">
            <a:spLocks noGrp="1"/>
          </p:cNvSpPr>
          <p:nvPr>
            <p:ph type="title" idx="6"/>
          </p:nvPr>
        </p:nvSpPr>
        <p:spPr>
          <a:xfrm>
            <a:off x="773850" y="638075"/>
            <a:ext cx="76725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59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cxnSp>
        <p:nvCxnSpPr>
          <p:cNvPr id="127" name="Google Shape;127;p59"/>
          <p:cNvCxnSpPr/>
          <p:nvPr/>
        </p:nvCxnSpPr>
        <p:spPr>
          <a:xfrm>
            <a:off x="3343596" y="1602675"/>
            <a:ext cx="0" cy="245970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8" name="Google Shape;128;p59"/>
          <p:cNvCxnSpPr/>
          <p:nvPr/>
        </p:nvCxnSpPr>
        <p:spPr>
          <a:xfrm>
            <a:off x="5739196" y="1602675"/>
            <a:ext cx="0" cy="245970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29" name="Google Shape;129;p59"/>
          <p:cNvCxnSpPr/>
          <p:nvPr/>
        </p:nvCxnSpPr>
        <p:spPr>
          <a:xfrm>
            <a:off x="4233900" y="1120475"/>
            <a:ext cx="6762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30" name="Google Shape;130;p59"/>
          <p:cNvCxnSpPr/>
          <p:nvPr/>
        </p:nvCxnSpPr>
        <p:spPr>
          <a:xfrm>
            <a:off x="1050450" y="2918000"/>
            <a:ext cx="7043100" cy="0"/>
          </a:xfrm>
          <a:prstGeom prst="straightConnector1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1" name="Google Shape;131;p59"/>
          <p:cNvSpPr txBox="1">
            <a:spLocks noGrp="1"/>
          </p:cNvSpPr>
          <p:nvPr>
            <p:ph type="ctrTitle" idx="7"/>
          </p:nvPr>
        </p:nvSpPr>
        <p:spPr>
          <a:xfrm>
            <a:off x="1105351" y="1436375"/>
            <a:ext cx="2113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2" name="Google Shape;132;p59"/>
          <p:cNvSpPr txBox="1">
            <a:spLocks noGrp="1"/>
          </p:cNvSpPr>
          <p:nvPr>
            <p:ph type="subTitle" idx="8"/>
          </p:nvPr>
        </p:nvSpPr>
        <p:spPr>
          <a:xfrm>
            <a:off x="1073150" y="2041825"/>
            <a:ext cx="21780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33" name="Google Shape;133;p59"/>
          <p:cNvSpPr txBox="1">
            <a:spLocks noGrp="1"/>
          </p:cNvSpPr>
          <p:nvPr>
            <p:ph type="ctrTitle" idx="9"/>
          </p:nvPr>
        </p:nvSpPr>
        <p:spPr>
          <a:xfrm>
            <a:off x="3484651" y="1436375"/>
            <a:ext cx="2113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59"/>
          <p:cNvSpPr txBox="1">
            <a:spLocks noGrp="1"/>
          </p:cNvSpPr>
          <p:nvPr>
            <p:ph type="subTitle" idx="13"/>
          </p:nvPr>
        </p:nvSpPr>
        <p:spPr>
          <a:xfrm>
            <a:off x="3452400" y="2041825"/>
            <a:ext cx="21780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135" name="Google Shape;135;p59"/>
          <p:cNvSpPr txBox="1">
            <a:spLocks noGrp="1"/>
          </p:cNvSpPr>
          <p:nvPr>
            <p:ph type="ctrTitle" idx="14"/>
          </p:nvPr>
        </p:nvSpPr>
        <p:spPr>
          <a:xfrm>
            <a:off x="5880251" y="1436375"/>
            <a:ext cx="21135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None/>
              <a:defRPr sz="16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36" name="Google Shape;136;p59"/>
          <p:cNvSpPr txBox="1">
            <a:spLocks noGrp="1"/>
          </p:cNvSpPr>
          <p:nvPr>
            <p:ph type="subTitle" idx="15"/>
          </p:nvPr>
        </p:nvSpPr>
        <p:spPr>
          <a:xfrm>
            <a:off x="5831650" y="2041825"/>
            <a:ext cx="22107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 &amp; some text slide 2">
  <p:cSld name="BIG_NUMBER_2">
    <p:bg>
      <p:bgPr>
        <a:solidFill>
          <a:schemeClr val="lt1"/>
        </a:solidFill>
        <a:effectLst/>
      </p:bgPr>
    </p:bg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0"/>
          <p:cNvSpPr/>
          <p:nvPr/>
        </p:nvSpPr>
        <p:spPr>
          <a:xfrm>
            <a:off x="406950" y="352200"/>
            <a:ext cx="8330100" cy="43110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0"/>
          <p:cNvSpPr txBox="1">
            <a:spLocks noGrp="1"/>
          </p:cNvSpPr>
          <p:nvPr>
            <p:ph type="title"/>
          </p:nvPr>
        </p:nvSpPr>
        <p:spPr>
          <a:xfrm>
            <a:off x="742950" y="1238100"/>
            <a:ext cx="77295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0" name="Google Shape;140;p60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1" name="Google Shape;141;p60"/>
          <p:cNvSpPr txBox="1">
            <a:spLocks noGrp="1"/>
          </p:cNvSpPr>
          <p:nvPr>
            <p:ph type="subTitle" idx="1"/>
          </p:nvPr>
        </p:nvSpPr>
        <p:spPr>
          <a:xfrm>
            <a:off x="2433300" y="3015325"/>
            <a:ext cx="4277400" cy="6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&amp; some text slide 1">
  <p:cSld name="BIG_NUMBER_1">
    <p:bg>
      <p:bgPr>
        <a:solidFill>
          <a:schemeClr val="lt1"/>
        </a:solidFill>
        <a:effectLst/>
      </p:bgPr>
    </p:bg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61"/>
          <p:cNvSpPr/>
          <p:nvPr/>
        </p:nvSpPr>
        <p:spPr>
          <a:xfrm>
            <a:off x="406950" y="352200"/>
            <a:ext cx="8330100" cy="43110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61"/>
          <p:cNvSpPr txBox="1">
            <a:spLocks noGrp="1"/>
          </p:cNvSpPr>
          <p:nvPr>
            <p:ph type="title"/>
          </p:nvPr>
        </p:nvSpPr>
        <p:spPr>
          <a:xfrm>
            <a:off x="742950" y="832600"/>
            <a:ext cx="77295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5" name="Google Shape;145;p61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6" name="Google Shape;146;p61"/>
          <p:cNvSpPr txBox="1">
            <a:spLocks noGrp="1"/>
          </p:cNvSpPr>
          <p:nvPr>
            <p:ph type="subTitle" idx="1"/>
          </p:nvPr>
        </p:nvSpPr>
        <p:spPr>
          <a:xfrm>
            <a:off x="1667075" y="1469500"/>
            <a:ext cx="5809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7" name="Google Shape;147;p61"/>
          <p:cNvSpPr txBox="1">
            <a:spLocks noGrp="1"/>
          </p:cNvSpPr>
          <p:nvPr>
            <p:ph type="title" idx="2"/>
          </p:nvPr>
        </p:nvSpPr>
        <p:spPr>
          <a:xfrm>
            <a:off x="742950" y="1956000"/>
            <a:ext cx="77295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8" name="Google Shape;148;p61"/>
          <p:cNvSpPr txBox="1">
            <a:spLocks noGrp="1"/>
          </p:cNvSpPr>
          <p:nvPr>
            <p:ph type="subTitle" idx="3"/>
          </p:nvPr>
        </p:nvSpPr>
        <p:spPr>
          <a:xfrm>
            <a:off x="1667075" y="2592900"/>
            <a:ext cx="5809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9" name="Google Shape;149;p61"/>
          <p:cNvSpPr txBox="1">
            <a:spLocks noGrp="1"/>
          </p:cNvSpPr>
          <p:nvPr>
            <p:ph type="title" idx="4"/>
          </p:nvPr>
        </p:nvSpPr>
        <p:spPr>
          <a:xfrm>
            <a:off x="742950" y="3079400"/>
            <a:ext cx="7729500" cy="88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 b="1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50" name="Google Shape;150;p61"/>
          <p:cNvSpPr txBox="1">
            <a:spLocks noGrp="1"/>
          </p:cNvSpPr>
          <p:nvPr>
            <p:ph type="subTitle" idx="5"/>
          </p:nvPr>
        </p:nvSpPr>
        <p:spPr>
          <a:xfrm>
            <a:off x="1667075" y="3716300"/>
            <a:ext cx="5809800" cy="31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White frame">
  <p:cSld name="BLANK_1_1">
    <p:bg>
      <p:bgPr>
        <a:solidFill>
          <a:schemeClr val="lt1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62"/>
          <p:cNvSpPr/>
          <p:nvPr/>
        </p:nvSpPr>
        <p:spPr>
          <a:xfrm>
            <a:off x="406950" y="416250"/>
            <a:ext cx="8330100" cy="43110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quare with title and text">
  <p:cSld name="CUSTOM_1">
    <p:bg>
      <p:bgPr>
        <a:solidFill>
          <a:schemeClr val="lt1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63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5" name="Google Shape;155;p63"/>
          <p:cNvSpPr/>
          <p:nvPr/>
        </p:nvSpPr>
        <p:spPr>
          <a:xfrm>
            <a:off x="406950" y="352200"/>
            <a:ext cx="4287900" cy="4311000"/>
          </a:xfrm>
          <a:prstGeom prst="rect">
            <a:avLst/>
          </a:prstGeom>
          <a:noFill/>
          <a:ln w="381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63"/>
          <p:cNvSpPr txBox="1">
            <a:spLocks noGrp="1"/>
          </p:cNvSpPr>
          <p:nvPr>
            <p:ph type="title"/>
          </p:nvPr>
        </p:nvSpPr>
        <p:spPr>
          <a:xfrm>
            <a:off x="737850" y="980260"/>
            <a:ext cx="35715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57" name="Google Shape;157;p63"/>
          <p:cNvSpPr txBox="1">
            <a:spLocks noGrp="1"/>
          </p:cNvSpPr>
          <p:nvPr>
            <p:ph type="subTitle" idx="1"/>
          </p:nvPr>
        </p:nvSpPr>
        <p:spPr>
          <a:xfrm>
            <a:off x="737850" y="2261500"/>
            <a:ext cx="3606600" cy="19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cxnSp>
        <p:nvCxnSpPr>
          <p:cNvPr id="158" name="Google Shape;158;p63"/>
          <p:cNvCxnSpPr/>
          <p:nvPr/>
        </p:nvCxnSpPr>
        <p:spPr>
          <a:xfrm>
            <a:off x="2203050" y="1597475"/>
            <a:ext cx="6762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 with cyan frame">
  <p:cSld name="CUSTOM_1_1_1">
    <p:bg>
      <p:bgPr>
        <a:solidFill>
          <a:schemeClr val="l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4"/>
          <p:cNvSpPr/>
          <p:nvPr/>
        </p:nvSpPr>
        <p:spPr>
          <a:xfrm>
            <a:off x="4609950" y="-11150"/>
            <a:ext cx="4545300" cy="52188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4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rgbClr val="B7B7B7"/>
                </a:solidFill>
              </a:rPr>
              <a:t>‹#›</a:t>
            </a:fld>
            <a:endParaRPr>
              <a:solidFill>
                <a:srgbClr val="B7B7B7"/>
              </a:solidFill>
            </a:endParaRPr>
          </a:p>
        </p:txBody>
      </p:sp>
      <p:sp>
        <p:nvSpPr>
          <p:cNvPr id="162" name="Google Shape;162;p64"/>
          <p:cNvSpPr txBox="1">
            <a:spLocks noGrp="1"/>
          </p:cNvSpPr>
          <p:nvPr>
            <p:ph type="title"/>
          </p:nvPr>
        </p:nvSpPr>
        <p:spPr>
          <a:xfrm>
            <a:off x="626079" y="980260"/>
            <a:ext cx="35715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63" name="Google Shape;163;p64"/>
          <p:cNvSpPr txBox="1">
            <a:spLocks noGrp="1"/>
          </p:cNvSpPr>
          <p:nvPr>
            <p:ph type="subTitle" idx="1"/>
          </p:nvPr>
        </p:nvSpPr>
        <p:spPr>
          <a:xfrm>
            <a:off x="626079" y="2261500"/>
            <a:ext cx="3606600" cy="19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cxnSp>
        <p:nvCxnSpPr>
          <p:cNvPr id="164" name="Google Shape;164;p64"/>
          <p:cNvCxnSpPr/>
          <p:nvPr/>
        </p:nvCxnSpPr>
        <p:spPr>
          <a:xfrm>
            <a:off x="737850" y="1597475"/>
            <a:ext cx="676200" cy="0"/>
          </a:xfrm>
          <a:prstGeom prst="straightConnector1">
            <a:avLst/>
          </a:prstGeom>
          <a:noFill/>
          <a:ln w="76200" cap="flat" cmpd="sng">
            <a:solidFill>
              <a:srgbClr val="04317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5" name="Google Shape;165;p64"/>
          <p:cNvSpPr txBox="1">
            <a:spLocks noGrp="1"/>
          </p:cNvSpPr>
          <p:nvPr>
            <p:ph type="subTitle" idx="2"/>
          </p:nvPr>
        </p:nvSpPr>
        <p:spPr>
          <a:xfrm>
            <a:off x="5079304" y="2261500"/>
            <a:ext cx="3606600" cy="194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yan frame 1">
  <p:cSld name="CUSTOM_1_1_1_1">
    <p:bg>
      <p:bgPr>
        <a:solidFill>
          <a:schemeClr val="lt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5"/>
          <p:cNvSpPr/>
          <p:nvPr/>
        </p:nvSpPr>
        <p:spPr>
          <a:xfrm>
            <a:off x="5200425" y="-11150"/>
            <a:ext cx="3954900" cy="52188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5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D9D9D9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>
                <a:solidFill>
                  <a:srgbClr val="B7B7B7"/>
                </a:solidFill>
              </a:rPr>
              <a:t>‹#›</a:t>
            </a:fld>
            <a:endParaRPr>
              <a:solidFill>
                <a:srgbClr val="B7B7B7"/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yan with title and text ">
  <p:cSld name="CUSTOM_2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66"/>
          <p:cNvSpPr/>
          <p:nvPr/>
        </p:nvSpPr>
        <p:spPr>
          <a:xfrm>
            <a:off x="0" y="1027350"/>
            <a:ext cx="9144000" cy="3088800"/>
          </a:xfrm>
          <a:prstGeom prst="rect">
            <a:avLst/>
          </a:prstGeom>
          <a:solidFill>
            <a:srgbClr val="04317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6"/>
          <p:cNvSpPr txBox="1">
            <a:spLocks noGrp="1"/>
          </p:cNvSpPr>
          <p:nvPr>
            <p:ph type="title"/>
          </p:nvPr>
        </p:nvSpPr>
        <p:spPr>
          <a:xfrm>
            <a:off x="4696275" y="1725450"/>
            <a:ext cx="3055500" cy="1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72" name="Google Shape;172;p66"/>
          <p:cNvSpPr txBox="1">
            <a:spLocks noGrp="1"/>
          </p:cNvSpPr>
          <p:nvPr>
            <p:ph type="subTitle" idx="1"/>
          </p:nvPr>
        </p:nvSpPr>
        <p:spPr>
          <a:xfrm>
            <a:off x="4696275" y="2839950"/>
            <a:ext cx="2770200" cy="5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chemeClr val="dk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>
                <a:solidFill>
                  <a:schemeClr val="dk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>
                <a:solidFill>
                  <a:schemeClr val="dk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73" name="Google Shape;173;p66"/>
          <p:cNvSpPr txBox="1">
            <a:spLocks noGrp="1"/>
          </p:cNvSpPr>
          <p:nvPr>
            <p:ph type="sldNum" idx="12"/>
          </p:nvPr>
        </p:nvSpPr>
        <p:spPr>
          <a:xfrm>
            <a:off x="8364708" y="4269092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CCCCCC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0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b="1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Figtree"/>
              <a:buNone/>
              <a:defRPr sz="2400" i="0" u="none" strike="noStrike" cap="none">
                <a:solidFill>
                  <a:schemeClr val="dk1"/>
                </a:solidFill>
                <a:latin typeface="Figtree"/>
                <a:ea typeface="Figtree"/>
                <a:cs typeface="Figtree"/>
                <a:sym typeface="Figtree"/>
              </a:defRPr>
            </a:lvl9pPr>
          </a:lstStyle>
          <a:p>
            <a:endParaRPr/>
          </a:p>
        </p:txBody>
      </p:sp>
      <p:sp>
        <p:nvSpPr>
          <p:cNvPr id="7" name="Google Shape;7;p40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 Light"/>
              <a:buChar char="●"/>
              <a:defRPr sz="14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Albert Sans Light"/>
              <a:buChar char="○"/>
              <a:defRPr sz="14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2pPr>
            <a:lvl3pPr marL="1371600" marR="0" lvl="2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lbert Sans Light"/>
              <a:buChar char="■"/>
              <a:defRPr sz="13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3pPr>
            <a:lvl4pPr marL="1828800" marR="0" lvl="3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300"/>
              <a:buFont typeface="Albert Sans Light"/>
              <a:buChar char="●"/>
              <a:defRPr sz="13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 Light"/>
              <a:buChar char="○"/>
              <a:defRPr sz="12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5pPr>
            <a:lvl6pPr marL="2743200" marR="0" lvl="5" indent="-3048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Albert Sans Light"/>
              <a:buChar char="■"/>
              <a:defRPr sz="12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lbert Sans Light"/>
              <a:buChar char="●"/>
              <a:defRPr sz="11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100"/>
              <a:buFont typeface="Albert Sans Light"/>
              <a:buChar char="○"/>
              <a:defRPr sz="11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Albert Sans Light"/>
              <a:buChar char="■"/>
              <a:defRPr sz="1000" i="0" u="none" strike="noStrike" cap="none">
                <a:solidFill>
                  <a:schemeClr val="lt2"/>
                </a:solidFill>
                <a:latin typeface="Albert Sans Light"/>
                <a:ea typeface="Albert Sans Light"/>
                <a:cs typeface="Albert Sans Light"/>
                <a:sym typeface="Albert Sans Light"/>
              </a:defRPr>
            </a:lvl9pPr>
          </a:lstStyle>
          <a:p>
            <a:endParaRPr/>
          </a:p>
        </p:txBody>
      </p:sp>
      <p:sp>
        <p:nvSpPr>
          <p:cNvPr id="8" name="Google Shape;8;p40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000000"/>
                </a:solidFill>
                <a:latin typeface="Arvo"/>
                <a:ea typeface="Arvo"/>
                <a:cs typeface="Arvo"/>
                <a:sym typeface="Arvo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g2f105e33cad_0_8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618" y="13854"/>
            <a:ext cx="9144003" cy="51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g2f105e33cad_0_898"/>
          <p:cNvSpPr txBox="1"/>
          <p:nvPr/>
        </p:nvSpPr>
        <p:spPr>
          <a:xfrm>
            <a:off x="579850" y="490850"/>
            <a:ext cx="45849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D" sz="1800" b="1" i="0" u="none" strike="noStrike" cap="none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1604C151 - </a:t>
            </a:r>
            <a:r>
              <a:rPr lang="es" sz="1800" b="1" i="0" u="none" strike="noStrike" cap="none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DATABASE MANAGEMENT</a:t>
            </a:r>
            <a:endParaRPr sz="1800" b="1" i="0" u="none" strike="noStrike" cap="none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00" name="Google Shape;200;g2f105e33cad_0_898"/>
          <p:cNvSpPr txBox="1"/>
          <p:nvPr/>
        </p:nvSpPr>
        <p:spPr>
          <a:xfrm>
            <a:off x="579850" y="3954725"/>
            <a:ext cx="4004400" cy="65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600" b="1" i="0" u="none" strike="noStrike" cap="none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WEEK </a:t>
            </a:r>
            <a:r>
              <a:rPr lang="es" sz="1600" b="1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09</a:t>
            </a:r>
            <a:br>
              <a:rPr lang="es" sz="1600" b="0" i="0" u="none" strike="noStrike" cap="none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</a:br>
            <a:r>
              <a:rPr lang="es" sz="1600" b="0" i="0" u="none" strike="noStrike" cap="none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Informatics Engineering</a:t>
            </a:r>
            <a:endParaRPr sz="1600" b="0" i="0" u="none" strike="noStrike" cap="none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600" b="0" i="0" u="none" strike="noStrike" cap="none" dirty="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Universitas Surabaya</a:t>
            </a:r>
            <a:endParaRPr sz="1600" b="0" i="0" u="none" strike="noStrike" cap="none" dirty="0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01" name="Google Shape;201;g2f105e33cad_0_898"/>
          <p:cNvSpPr txBox="1"/>
          <p:nvPr/>
        </p:nvSpPr>
        <p:spPr>
          <a:xfrm>
            <a:off x="579850" y="1301750"/>
            <a:ext cx="4360200" cy="1354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3800" b="1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Backup, Export, &amp;</a:t>
            </a: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r>
              <a:rPr lang="en-US" sz="3800" b="1" dirty="0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Import Database</a:t>
            </a:r>
            <a:endParaRPr sz="3800" b="1" dirty="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pic>
        <p:nvPicPr>
          <p:cNvPr id="202" name="Google Shape;202;g2f105e33cad_0_898"/>
          <p:cNvPicPr preferRelativeResize="0"/>
          <p:nvPr/>
        </p:nvPicPr>
        <p:blipFill rotWithShape="1">
          <a:blip r:embed="rId4">
            <a:alphaModFix/>
          </a:blip>
          <a:srcRect l="11137" r="11408"/>
          <a:stretch/>
        </p:blipFill>
        <p:spPr>
          <a:xfrm>
            <a:off x="4474725" y="807275"/>
            <a:ext cx="4360200" cy="4221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g2f105e33cad_0_89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32637" y="186723"/>
            <a:ext cx="882586" cy="333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g2f105e33cad_0_89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29525" y="87850"/>
            <a:ext cx="1412557" cy="50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g2f105e33cad_0_898"/>
          <p:cNvSpPr txBox="1"/>
          <p:nvPr/>
        </p:nvSpPr>
        <p:spPr>
          <a:xfrm>
            <a:off x="5809943" y="4825868"/>
            <a:ext cx="30153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Informatics Engineering</a:t>
            </a:r>
            <a:r>
              <a:rPr lang="es" sz="10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| </a:t>
            </a:r>
            <a:r>
              <a:rPr lang="es" sz="10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Universitas Surabaya</a:t>
            </a:r>
            <a:endParaRPr sz="10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f105e33cad_0_19"/>
          <p:cNvSpPr txBox="1">
            <a:spLocks noGrp="1"/>
          </p:cNvSpPr>
          <p:nvPr>
            <p:ph type="title"/>
          </p:nvPr>
        </p:nvSpPr>
        <p:spPr>
          <a:xfrm>
            <a:off x="783525" y="697700"/>
            <a:ext cx="7618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dirty="0"/>
              <a:t>Overview about today</a:t>
            </a:r>
            <a:endParaRPr dirty="0"/>
          </a:p>
        </p:txBody>
      </p:sp>
      <p:sp>
        <p:nvSpPr>
          <p:cNvPr id="235" name="Google Shape;235;g2f105e33cad_0_19"/>
          <p:cNvSpPr txBox="1"/>
          <p:nvPr/>
        </p:nvSpPr>
        <p:spPr>
          <a:xfrm>
            <a:off x="5809943" y="4825868"/>
            <a:ext cx="30153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Informatics Engineering</a:t>
            </a:r>
            <a:r>
              <a:rPr lang="es" sz="10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| </a:t>
            </a:r>
            <a:r>
              <a:rPr lang="es" sz="10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Universitas Surabaya</a:t>
            </a:r>
            <a:endParaRPr sz="10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545D2-0813-0988-F332-B4D2E3371913}"/>
              </a:ext>
            </a:extLst>
          </p:cNvPr>
          <p:cNvSpPr txBox="1"/>
          <p:nvPr/>
        </p:nvSpPr>
        <p:spPr>
          <a:xfrm>
            <a:off x="991332" y="1454503"/>
            <a:ext cx="7321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Figtree" panose="020B0604020202020204" charset="0"/>
              </a:rPr>
              <a:t>The importance of database backup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Figtree" panose="020B0604020202020204" charset="0"/>
              </a:rPr>
              <a:t>How to backup and restore a database in MySQL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Figtree" panose="020B0604020202020204" charset="0"/>
              </a:rPr>
              <a:t>How to backup and restore a database in PostgreSQL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>
              <a:solidFill>
                <a:srgbClr val="002060"/>
              </a:solidFill>
              <a:latin typeface="Figtree" panose="020B06040202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f105e33cad_0_24"/>
          <p:cNvSpPr txBox="1">
            <a:spLocks noGrp="1"/>
          </p:cNvSpPr>
          <p:nvPr>
            <p:ph type="title"/>
          </p:nvPr>
        </p:nvSpPr>
        <p:spPr>
          <a:xfrm>
            <a:off x="783525" y="697700"/>
            <a:ext cx="7618200" cy="3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Importance of backup database</a:t>
            </a:r>
            <a:endParaRPr dirty="0"/>
          </a:p>
        </p:txBody>
      </p:sp>
      <p:sp>
        <p:nvSpPr>
          <p:cNvPr id="242" name="Google Shape;242;g2f105e33cad_0_24"/>
          <p:cNvSpPr txBox="1"/>
          <p:nvPr/>
        </p:nvSpPr>
        <p:spPr>
          <a:xfrm>
            <a:off x="5809943" y="4825868"/>
            <a:ext cx="30153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Informatics Engineering</a:t>
            </a:r>
            <a:r>
              <a:rPr lang="es" sz="1000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 | </a:t>
            </a:r>
            <a:r>
              <a:rPr lang="es" sz="1000" b="0" i="0" u="none" strike="noStrike" cap="none">
                <a:solidFill>
                  <a:schemeClr val="lt1"/>
                </a:solidFill>
                <a:latin typeface="Albert Sans"/>
                <a:ea typeface="Albert Sans"/>
                <a:cs typeface="Albert Sans"/>
                <a:sym typeface="Albert Sans"/>
              </a:rPr>
              <a:t>Universitas Surabaya</a:t>
            </a:r>
            <a:endParaRPr sz="1000" b="0" i="0" u="none" strike="noStrike" cap="none">
              <a:solidFill>
                <a:schemeClr val="lt1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89FC3DB-9718-9E3A-5A37-8BA61C21BC00}"/>
              </a:ext>
            </a:extLst>
          </p:cNvPr>
          <p:cNvSpPr txBox="1"/>
          <p:nvPr/>
        </p:nvSpPr>
        <p:spPr>
          <a:xfrm>
            <a:off x="946727" y="1330036"/>
            <a:ext cx="321425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Why backup database is important? Because It is the job of the DBA to keep the information in the company’s databases accurate, secure, and accessible.</a:t>
            </a:r>
          </a:p>
        </p:txBody>
      </p:sp>
      <p:pic>
        <p:nvPicPr>
          <p:cNvPr id="1026" name="Picture 2" descr="Stock exchange data concept">
            <a:extLst>
              <a:ext uri="{FF2B5EF4-FFF2-40B4-BE49-F238E27FC236}">
                <a16:creationId xmlns:a16="http://schemas.microsoft.com/office/drawing/2014/main" id="{7FB356FB-D50E-1D97-5352-C0B6E86413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1112" y="1330036"/>
            <a:ext cx="3214255" cy="2472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83C1-1AC7-DB58-5806-13EBB8EB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MySQL Database Backup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ECAF1-0BA8-9754-C3F2-D15216B1B7C7}"/>
              </a:ext>
            </a:extLst>
          </p:cNvPr>
          <p:cNvSpPr txBox="1"/>
          <p:nvPr/>
        </p:nvSpPr>
        <p:spPr>
          <a:xfrm>
            <a:off x="748145" y="1463964"/>
            <a:ext cx="73475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In MySQL, we can use several tools to backup and restore the database, the steps are as follows: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Use phpMyAdmin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Use </a:t>
            </a:r>
            <a:r>
              <a:rPr lang="en-US" dirty="0" err="1"/>
              <a:t>Mysql</a:t>
            </a:r>
            <a:r>
              <a:rPr lang="en-US" dirty="0"/>
              <a:t> workbench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Use the </a:t>
            </a:r>
            <a:r>
              <a:rPr lang="en-US" dirty="0" err="1"/>
              <a:t>mysql</a:t>
            </a:r>
            <a:r>
              <a:rPr lang="en-US" dirty="0"/>
              <a:t> command line</a:t>
            </a:r>
          </a:p>
        </p:txBody>
      </p:sp>
    </p:spTree>
    <p:extLst>
      <p:ext uri="{BB962C8B-B14F-4D97-AF65-F5344CB8AC3E}">
        <p14:creationId xmlns:p14="http://schemas.microsoft.com/office/powerpoint/2010/main" val="3510754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83C1-1AC7-DB58-5806-13EBB8EB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 err="1"/>
              <a:t>Mysql</a:t>
            </a:r>
            <a:r>
              <a:rPr lang="en-US" sz="2000" dirty="0"/>
              <a:t> Database Backup using </a:t>
            </a:r>
            <a:r>
              <a:rPr lang="en-US" sz="2000" dirty="0" err="1"/>
              <a:t>phpmyadmin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759696-1CDC-406B-170F-54DE6F74F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3344" y="1188604"/>
            <a:ext cx="4317311" cy="2664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E59F7C4-9845-FC1E-BF69-DD4A808896A0}"/>
              </a:ext>
            </a:extLst>
          </p:cNvPr>
          <p:cNvSpPr txBox="1"/>
          <p:nvPr/>
        </p:nvSpPr>
        <p:spPr>
          <a:xfrm>
            <a:off x="894362" y="1230167"/>
            <a:ext cx="305261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With phpMyAdmin, we can back up the database using the menu on phpMyAdmin.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7083673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83C1-1AC7-DB58-5806-13EBB8EB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002060"/>
                </a:solidFill>
                <a:latin typeface="Figtree" panose="020B0604020202020204" charset="0"/>
              </a:rPr>
              <a:t>Backup database using </a:t>
            </a:r>
            <a:r>
              <a:rPr lang="en-US" sz="2000" dirty="0" err="1">
                <a:solidFill>
                  <a:srgbClr val="002060"/>
                </a:solidFill>
                <a:latin typeface="Figtree" panose="020B0604020202020204" charset="0"/>
              </a:rPr>
              <a:t>phpmyadmin</a:t>
            </a:r>
            <a:endParaRPr lang="en-US" sz="2000" dirty="0">
              <a:solidFill>
                <a:srgbClr val="002060"/>
              </a:solidFill>
              <a:latin typeface="Figtree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FE8D53-EBE4-0A74-6EF0-EAC93044D9CD}"/>
              </a:ext>
            </a:extLst>
          </p:cNvPr>
          <p:cNvSpPr txBox="1"/>
          <p:nvPr/>
        </p:nvSpPr>
        <p:spPr>
          <a:xfrm>
            <a:off x="840510" y="1491673"/>
            <a:ext cx="32881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Figtree" panose="020B0604020202020204" charset="0"/>
              </a:rPr>
              <a:t>Open your phpMyAdmin.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Figtree" panose="020B0604020202020204" charset="0"/>
              </a:rPr>
              <a:t>Choose the database that you want to be backup.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Figtree" panose="020B0604020202020204" charset="0"/>
              </a:rPr>
              <a:t>In the SQL tab above, choose export.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Figtree" panose="020B0604020202020204" charset="0"/>
              </a:rPr>
              <a:t>In this example, we use </a:t>
            </a:r>
            <a:r>
              <a:rPr lang="en-US" dirty="0" err="1">
                <a:latin typeface="Figtree" panose="020B0604020202020204" charset="0"/>
              </a:rPr>
              <a:t>sakiladb</a:t>
            </a:r>
            <a:r>
              <a:rPr lang="en-US" dirty="0">
                <a:latin typeface="Figtree" panose="020B0604020202020204" charset="0"/>
              </a:rPr>
              <a:t>.</a:t>
            </a:r>
            <a:endParaRPr lang="en-ID" dirty="0">
              <a:latin typeface="Figtree" panose="020B060402020202020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DCECC3A-9130-7698-8869-72EECFF1B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644" y="1399577"/>
            <a:ext cx="3872081" cy="1930132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2BB80DF-3CA0-E124-5E7D-DB3054405A8D}"/>
                  </a:ext>
                </a:extLst>
              </p14:cNvPr>
              <p14:cNvContentPartPr/>
              <p14:nvPr/>
            </p14:nvContentPartPr>
            <p14:xfrm>
              <a:off x="6303556" y="1417240"/>
              <a:ext cx="287280" cy="17784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2BB80DF-3CA0-E124-5E7D-DB3054405A8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297436" y="1411120"/>
                <a:ext cx="299520" cy="190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5130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83C1-1AC7-DB58-5806-13EBB8EB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>
                <a:solidFill>
                  <a:srgbClr val="002060"/>
                </a:solidFill>
                <a:latin typeface="Figtree" panose="020B0604020202020204" charset="0"/>
              </a:rPr>
              <a:t>MySQL Backup Database (2)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CB50403-BDCB-E393-56C0-39241A95508A}"/>
              </a:ext>
            </a:extLst>
          </p:cNvPr>
          <p:cNvSpPr txBox="1"/>
          <p:nvPr/>
        </p:nvSpPr>
        <p:spPr>
          <a:xfrm>
            <a:off x="1011382" y="1463964"/>
            <a:ext cx="336203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After clicking the tab export, you will navigate to the next UI to determine what backup format you want to choose.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And also, what type of export that you want, custom or quick?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638D184-DD78-49FC-14D4-8D9AEF3644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601" y="1154545"/>
            <a:ext cx="3872208" cy="2142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848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36ABE-EC55-4484-E59E-EA63546A1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Backup Database (3)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5B2BFC-BF29-29DC-51A5-0273D44D95C4}"/>
              </a:ext>
            </a:extLst>
          </p:cNvPr>
          <p:cNvSpPr txBox="1"/>
          <p:nvPr/>
        </p:nvSpPr>
        <p:spPr>
          <a:xfrm>
            <a:off x="856515" y="1242292"/>
            <a:ext cx="744697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After finishing, we will get the file </a:t>
            </a:r>
            <a:r>
              <a:rPr lang="en-US" dirty="0" err="1"/>
              <a:t>sql</a:t>
            </a:r>
            <a:r>
              <a:rPr lang="en-US" dirty="0"/>
              <a:t> that we backed up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Congratulations, you have succeeded in importing the database.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7168873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CC9ED8-722E-B268-7F53-6593983F9B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MySQL Import Database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33EBA1-46CD-9699-66DE-6809D2A238FE}"/>
              </a:ext>
            </a:extLst>
          </p:cNvPr>
          <p:cNvSpPr txBox="1"/>
          <p:nvPr/>
        </p:nvSpPr>
        <p:spPr>
          <a:xfrm>
            <a:off x="1112982" y="1487055"/>
            <a:ext cx="362065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 import the database, first, we need to create the name of the database that we want to import.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After that we choose the import menu to import the database that we want to import.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Do not forget to disable foreign key checks,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FAC9F8-F2C0-BF1B-9F83-0C6DFEC70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2695" y="1487055"/>
            <a:ext cx="3659030" cy="2386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3432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5EF0B-B009-FC2F-EC28-C66A73459D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Backup Database Using MySQL Workbench</a:t>
            </a: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495D94-BBC5-C74B-8661-FAAD59FB2416}"/>
              </a:ext>
            </a:extLst>
          </p:cNvPr>
          <p:cNvSpPr txBox="1"/>
          <p:nvPr/>
        </p:nvSpPr>
        <p:spPr>
          <a:xfrm>
            <a:off x="1071418" y="1519382"/>
            <a:ext cx="359294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In MySQL workbench, we can export and import databases.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For the first login into the server and then go to menu server </a:t>
            </a:r>
            <a:r>
              <a:rPr lang="en-US" dirty="0">
                <a:sym typeface="Wingdings" panose="05000000000000000000" pitchFamily="2" charset="2"/>
              </a:rPr>
              <a:t> Data export.</a:t>
            </a:r>
            <a:endParaRPr lang="en-US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809105-A25A-8C3E-8465-C8EBE04CB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4921" y="1250924"/>
            <a:ext cx="3666804" cy="2876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84928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83C1-1AC7-DB58-5806-13EBB8EB1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backup Database in PostgreSQL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03E0172-EEAF-F6CF-F8E0-698D31F67051}"/>
              </a:ext>
            </a:extLst>
          </p:cNvPr>
          <p:cNvSpPr txBox="1"/>
          <p:nvPr/>
        </p:nvSpPr>
        <p:spPr>
          <a:xfrm>
            <a:off x="904388" y="1091300"/>
            <a:ext cx="74973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ID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A82309-8A98-671C-447B-FD7F1C20AA7A}"/>
              </a:ext>
            </a:extLst>
          </p:cNvPr>
          <p:cNvSpPr txBox="1"/>
          <p:nvPr/>
        </p:nvSpPr>
        <p:spPr>
          <a:xfrm>
            <a:off x="1029855" y="1477818"/>
            <a:ext cx="322349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Figtree" panose="020B0604020202020204" charset="0"/>
              </a:rPr>
              <a:t>In PostgreSQL, we can back up and restore the database, like in the MySQL database.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Figtree" panose="020B0604020202020204" charset="0"/>
              </a:rPr>
              <a:t>In this class, we will use the pgadmin4 to backup and restore the database.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61F9C2-E093-0A54-6BA1-F8E765961B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2625" y="1312258"/>
            <a:ext cx="3561299" cy="2824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691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C83C1-1AC7-DB58-5806-13EBB8EB1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616" y="863955"/>
            <a:ext cx="7618200" cy="393600"/>
          </a:xfrm>
        </p:spPr>
        <p:txBody>
          <a:bodyPr/>
          <a:lstStyle/>
          <a:p>
            <a:r>
              <a:rPr lang="en-US" dirty="0"/>
              <a:t>PostgreSQL Backup Notes</a:t>
            </a:r>
            <a:endParaRPr lang="en-ID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FA17AC-F014-5ADE-672D-C3F2CFDECF09}"/>
              </a:ext>
            </a:extLst>
          </p:cNvPr>
          <p:cNvSpPr txBox="1"/>
          <p:nvPr/>
        </p:nvSpPr>
        <p:spPr>
          <a:xfrm>
            <a:off x="992909" y="1588655"/>
            <a:ext cx="338512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>
                <a:latin typeface="Figtree" panose="020B0604020202020204" charset="0"/>
              </a:rPr>
              <a:t>Important note about the backup database in PostgreSQL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err="1">
                <a:latin typeface="Figtree" panose="020B0604020202020204" charset="0"/>
              </a:rPr>
              <a:t>Makesure</a:t>
            </a:r>
            <a:r>
              <a:rPr lang="en-US" dirty="0">
                <a:latin typeface="Figtree" panose="020B0604020202020204" charset="0"/>
              </a:rPr>
              <a:t> the </a:t>
            </a:r>
            <a:r>
              <a:rPr lang="en-US" dirty="0" err="1">
                <a:latin typeface="Figtree" panose="020B0604020202020204" charset="0"/>
              </a:rPr>
              <a:t>pg_dump</a:t>
            </a:r>
            <a:r>
              <a:rPr lang="en-US" dirty="0">
                <a:latin typeface="Figtree" panose="020B0604020202020204" charset="0"/>
              </a:rPr>
              <a:t> version is similar with the </a:t>
            </a:r>
            <a:r>
              <a:rPr lang="en-US" dirty="0" err="1">
                <a:latin typeface="Figtree" panose="020B0604020202020204" charset="0"/>
              </a:rPr>
              <a:t>pgadmin</a:t>
            </a:r>
            <a:r>
              <a:rPr lang="en-US" dirty="0">
                <a:latin typeface="Figtree" panose="020B0604020202020204" charset="0"/>
              </a:rPr>
              <a:t> version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ID" dirty="0">
              <a:latin typeface="Figtree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731CEC-4DEB-B717-763B-F058B398F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7346" y="1431273"/>
            <a:ext cx="4019789" cy="222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848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EF969-FE36-87D5-9FC3-E8B65A421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PostgreSQL Restore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3F36B6-AFC4-FF60-9F91-38FDB669C7BA}"/>
              </a:ext>
            </a:extLst>
          </p:cNvPr>
          <p:cNvSpPr txBox="1"/>
          <p:nvPr/>
        </p:nvSpPr>
        <p:spPr>
          <a:xfrm>
            <a:off x="1019053" y="1293091"/>
            <a:ext cx="727058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igtree" panose="020B0604020202020204" charset="0"/>
              </a:rPr>
              <a:t>To restore the database in PostgreSQL, you can go to the tools menu</a:t>
            </a:r>
            <a:r>
              <a:rPr lang="en-US" dirty="0">
                <a:latin typeface="Figtree" panose="020B0604020202020204" charset="0"/>
                <a:sym typeface="Wingdings" panose="05000000000000000000" pitchFamily="2" charset="2"/>
              </a:rPr>
              <a:t> to restore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Figtree" panose="020B0604020202020204" charset="0"/>
                <a:sym typeface="Wingdings" panose="05000000000000000000" pitchFamily="2" charset="2"/>
              </a:rPr>
              <a:t>For the role, choose the Postgres role to restore the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Figtree" panose="020B0604020202020204" charset="0"/>
                <a:sym typeface="Wingdings" panose="05000000000000000000" pitchFamily="2" charset="2"/>
              </a:rPr>
              <a:t>Makesure</a:t>
            </a:r>
            <a:r>
              <a:rPr lang="en-US" dirty="0">
                <a:latin typeface="Figtree" panose="020B0604020202020204" charset="0"/>
                <a:sym typeface="Wingdings" panose="05000000000000000000" pitchFamily="2" charset="2"/>
              </a:rPr>
              <a:t> the server version and the </a:t>
            </a:r>
            <a:r>
              <a:rPr lang="en-US" dirty="0" err="1">
                <a:latin typeface="Figtree" panose="020B0604020202020204" charset="0"/>
                <a:sym typeface="Wingdings" panose="05000000000000000000" pitchFamily="2" charset="2"/>
              </a:rPr>
              <a:t>pg_dump</a:t>
            </a:r>
            <a:r>
              <a:rPr lang="en-US" dirty="0">
                <a:latin typeface="Figtree" panose="020B0604020202020204" charset="0"/>
                <a:sym typeface="Wingdings" panose="05000000000000000000" pitchFamily="2" charset="2"/>
              </a:rPr>
              <a:t> version are the same.</a:t>
            </a:r>
            <a:endParaRPr lang="en-US" dirty="0">
              <a:latin typeface="Figtree" panose="020B060402020202020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3415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CB207-CD39-D17F-3423-FADE3ED76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000" dirty="0"/>
              <a:t>Migration from MySQL to PostgreSQL</a:t>
            </a:r>
            <a:endParaRPr lang="en-ID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6258D7-C18F-EC1D-CCCC-64743A08F078}"/>
              </a:ext>
            </a:extLst>
          </p:cNvPr>
          <p:cNvSpPr txBox="1"/>
          <p:nvPr/>
        </p:nvSpPr>
        <p:spPr>
          <a:xfrm>
            <a:off x="1057564" y="1445491"/>
            <a:ext cx="7144327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To migrate from </a:t>
            </a:r>
            <a:r>
              <a:rPr lang="en-US" dirty="0" err="1"/>
              <a:t>mysql</a:t>
            </a:r>
            <a:r>
              <a:rPr lang="en-US" dirty="0"/>
              <a:t> database into PostgreSQL Database, you can use the </a:t>
            </a:r>
            <a:r>
              <a:rPr lang="en-US" dirty="0" err="1"/>
              <a:t>pg_loader</a:t>
            </a:r>
            <a:r>
              <a:rPr lang="en-US" dirty="0"/>
              <a:t> library to migrate the </a:t>
            </a:r>
            <a:r>
              <a:rPr lang="en-US" dirty="0" err="1"/>
              <a:t>mysql</a:t>
            </a:r>
            <a:r>
              <a:rPr lang="en-US" dirty="0"/>
              <a:t> to PostgreSQL.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Or you can choose the manual way to edit the MySQL output file to change the format to PostgreSQL database.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/>
              <a:t>You can choose the 3</a:t>
            </a:r>
            <a:r>
              <a:rPr lang="en-US" baseline="30000" dirty="0"/>
              <a:t>rd</a:t>
            </a:r>
            <a:r>
              <a:rPr lang="en-US" dirty="0"/>
              <a:t> party application like </a:t>
            </a:r>
            <a:r>
              <a:rPr lang="en-US" dirty="0" err="1"/>
              <a:t>dbeaver</a:t>
            </a:r>
            <a:r>
              <a:rPr lang="en-US" dirty="0"/>
              <a:t>, and SQL Workbench/J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797895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26982851867_4_33"/>
          <p:cNvSpPr txBox="1">
            <a:spLocks noGrp="1"/>
          </p:cNvSpPr>
          <p:nvPr>
            <p:ph type="title"/>
          </p:nvPr>
        </p:nvSpPr>
        <p:spPr>
          <a:xfrm>
            <a:off x="0" y="2466400"/>
            <a:ext cx="91440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s">
                <a:solidFill>
                  <a:schemeClr val="lt1"/>
                </a:solidFill>
                <a:latin typeface="Figtree"/>
                <a:ea typeface="Figtree"/>
                <a:cs typeface="Figtree"/>
                <a:sym typeface="Figtree"/>
              </a:rPr>
              <a:t>Thanks.</a:t>
            </a:r>
            <a:endParaRPr sz="7200">
              <a:solidFill>
                <a:schemeClr val="lt1"/>
              </a:solidFill>
              <a:latin typeface="Figtree"/>
              <a:ea typeface="Figtree"/>
              <a:cs typeface="Figtree"/>
              <a:sym typeface="Figtree"/>
            </a:endParaRPr>
          </a:p>
        </p:txBody>
      </p:sp>
      <p:sp>
        <p:nvSpPr>
          <p:cNvPr id="352" name="Google Shape;352;g26982851867_4_33"/>
          <p:cNvSpPr txBox="1">
            <a:spLocks noGrp="1"/>
          </p:cNvSpPr>
          <p:nvPr>
            <p:ph type="sldNum" idx="12"/>
          </p:nvPr>
        </p:nvSpPr>
        <p:spPr>
          <a:xfrm>
            <a:off x="85486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s"/>
              <a:t>15</a:t>
            </a:fld>
            <a:endParaRPr/>
          </a:p>
        </p:txBody>
      </p:sp>
      <p:sp>
        <p:nvSpPr>
          <p:cNvPr id="353" name="Google Shape;353;g26982851867_4_33"/>
          <p:cNvSpPr txBox="1"/>
          <p:nvPr/>
        </p:nvSpPr>
        <p:spPr>
          <a:xfrm>
            <a:off x="5809943" y="4825868"/>
            <a:ext cx="3015300" cy="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0" i="0" u="none" strike="noStrike" cap="none">
                <a:solidFill>
                  <a:srgbClr val="0012A2"/>
                </a:solidFill>
                <a:latin typeface="Albert Sans"/>
                <a:ea typeface="Albert Sans"/>
                <a:cs typeface="Albert Sans"/>
                <a:sym typeface="Albert Sans"/>
              </a:rPr>
              <a:t>Informatics Engineering</a:t>
            </a:r>
            <a:r>
              <a:rPr lang="es" sz="1000">
                <a:solidFill>
                  <a:srgbClr val="0012A2"/>
                </a:solidFill>
                <a:latin typeface="Albert Sans"/>
                <a:ea typeface="Albert Sans"/>
                <a:cs typeface="Albert Sans"/>
                <a:sym typeface="Albert Sans"/>
              </a:rPr>
              <a:t> | </a:t>
            </a:r>
            <a:r>
              <a:rPr lang="es" sz="1000" b="0" i="0" u="none" strike="noStrike" cap="none">
                <a:solidFill>
                  <a:srgbClr val="0012A2"/>
                </a:solidFill>
                <a:latin typeface="Albert Sans"/>
                <a:ea typeface="Albert Sans"/>
                <a:cs typeface="Albert Sans"/>
                <a:sym typeface="Albert Sans"/>
              </a:rPr>
              <a:t>Universitas Surabaya</a:t>
            </a:r>
            <a:endParaRPr sz="1000" b="0" i="0" u="none" strike="noStrike" cap="none">
              <a:solidFill>
                <a:srgbClr val="0012A2"/>
              </a:solidFill>
              <a:latin typeface="Albert Sans"/>
              <a:ea typeface="Albert Sans"/>
              <a:cs typeface="Albert Sans"/>
              <a:sym typeface="Albert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inimal Charm">
  <a:themeElements>
    <a:clrScheme name="Simple Light">
      <a:dk1>
        <a:srgbClr val="434343"/>
      </a:dk1>
      <a:lt1>
        <a:srgbClr val="FFFFFF"/>
      </a:lt1>
      <a:dk2>
        <a:srgbClr val="666666"/>
      </a:dk2>
      <a:lt2>
        <a:srgbClr val="999999"/>
      </a:lt2>
      <a:accent1>
        <a:srgbClr val="D3F78C"/>
      </a:accent1>
      <a:accent2>
        <a:srgbClr val="EAFFC0"/>
      </a:accent2>
      <a:accent3>
        <a:srgbClr val="88C01A"/>
      </a:accent3>
      <a:accent4>
        <a:srgbClr val="60811F"/>
      </a:accent4>
      <a:accent5>
        <a:srgbClr val="93C72C"/>
      </a:accent5>
      <a:accent6>
        <a:srgbClr val="D5E7B2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2623</TotalTime>
  <Words>555</Words>
  <Application>Microsoft Office PowerPoint</Application>
  <PresentationFormat>On-screen Show (16:9)</PresentationFormat>
  <Paragraphs>60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Figtree</vt:lpstr>
      <vt:lpstr>Arvo</vt:lpstr>
      <vt:lpstr>Wingdings</vt:lpstr>
      <vt:lpstr>Bodoni</vt:lpstr>
      <vt:lpstr>Albert Sans</vt:lpstr>
      <vt:lpstr>Albert Sans Light</vt:lpstr>
      <vt:lpstr>Minimal Charm</vt:lpstr>
      <vt:lpstr>PowerPoint Presentation</vt:lpstr>
      <vt:lpstr>Overview about today</vt:lpstr>
      <vt:lpstr>Importance of backup database</vt:lpstr>
      <vt:lpstr>MySQL Database Backup</vt:lpstr>
      <vt:lpstr>Mysql Database Backup using phpmyadmin</vt:lpstr>
      <vt:lpstr>Backup database using phpmyadmin</vt:lpstr>
      <vt:lpstr>MySQL Backup Database (2)</vt:lpstr>
      <vt:lpstr>MySQL Backup Database (3)</vt:lpstr>
      <vt:lpstr>MySQL Import Database</vt:lpstr>
      <vt:lpstr>Backup Database Using MySQL Workbench</vt:lpstr>
      <vt:lpstr>How to backup Database in PostgreSQL</vt:lpstr>
      <vt:lpstr>PostgreSQL Backup Notes</vt:lpstr>
      <vt:lpstr>PostgreSQL Restore</vt:lpstr>
      <vt:lpstr>Migration from MySQL to PostgreSQL</vt:lpstr>
      <vt:lpstr>Thanks.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marco</dc:creator>
  <cp:lastModifiedBy>marco Ariano</cp:lastModifiedBy>
  <cp:revision>23</cp:revision>
  <dcterms:modified xsi:type="dcterms:W3CDTF">2024-11-03T15:23:55Z</dcterms:modified>
</cp:coreProperties>
</file>